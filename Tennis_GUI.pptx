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A1CB-98E6-305C-52E2-410739C59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37534-23C2-4EC3-7A93-CB89D3FF2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6157E-905D-C7F9-3AEB-56BDE716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850C3-A7FA-5DFC-8D69-54333A30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56426-F221-BACF-5AAB-71A1B7F8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7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CC784-4CB6-D339-BEB0-D02F5E19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C41F9-9E67-3440-AFDE-1654FE22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0048E-A2A8-78B6-4E99-4DDACA90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E2FA4-E73A-09AF-3E05-1798C0C1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5B46C-5577-39FC-9F86-CD89D5D1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10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EEBC2-A8D8-D729-A05D-6A3BB08E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9127BE-913F-705C-9394-34B96E1F3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DFFC7-AC4A-8693-29F8-1BF435B2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705A72-1729-C1DC-A5A3-FB59AC6A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8F19A4-90CF-3908-F6C8-C07839C1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85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DFAD1-74D1-F0FB-4547-AF479661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AFF8D-6C83-DB1B-DD10-699FF52A6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FE05E9-344C-BE13-7F3F-061EB9BD9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090F13-6993-C440-9F3F-91F6B750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06D966-9568-DC96-8B64-94A9C581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6844ED-20FD-360E-1401-A9EFE785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67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D8715-282B-AED8-18F5-7D3B8E7B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07A061-465B-0B5F-E031-BBE9D8906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7C9898-E3B8-4DB7-0151-662857E7B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AA15E3-B676-F6D8-38A9-D173573A5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9C159B-9ABA-0424-E86B-694BFC3F6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61BF1A-A24A-9367-2682-4FDF2DEF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8ED530-5228-BDA7-6149-09C46F94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D76FD3-341A-2FE2-5490-3FE09A95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27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27603-8BDC-276C-FFD1-A35F73BA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3619EA-D8E5-0767-8103-795947E2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040400-A7D5-3FA2-CBED-7EE11C7E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8B831D-4AFF-4A7C-039C-EE8312DF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552B1B-916A-51F1-F3F4-32F5D519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C67611-F95D-1FDD-ACEC-117D8494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745F7-EC54-CB07-143C-5C26F8ED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19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1BF7B-4915-80BA-DC5E-11859FAA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40C8E-895C-BCFC-B266-F0732FEEE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EA3A90-9FD9-25E4-C526-D36EE7289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20FEE3-3A75-4D13-EFAD-8F57D69E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F763D7-49F4-88E3-FD6A-EEC81C09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7828FA-4607-9D54-106D-1018BBB3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8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4ADAA-62E7-D101-86AE-552ECBE0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2B732D-F297-71EA-CFDE-EDA30C85B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49ACBB-FA45-B149-A8C7-CB72E1153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535D22-A00D-E2F6-9F45-B956F724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6C2F82-8A20-1B8B-FC12-039C6C09F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2B17B5-6B99-0C72-5DF8-4A344061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1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DF55D-0CF5-8010-4130-B80E369E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04FC73-2324-4D86-0183-926724B23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5026-5DB4-9149-4B18-7ABF3F5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F2E0A-764F-7306-EBF2-C2BC9CE9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729F3-9D26-187A-590E-A63E4498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80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48F37E-0AFA-5D78-6126-FD18C5162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469D61-3B57-BDAD-BA6F-5E4B8251E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B6498-E66C-FDBC-EE60-7B9B3820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DA772-0188-E243-5B40-76688586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7B65A9-16EB-36D4-E68C-8A8D688F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6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FEE1AF-81F4-55AE-9E5E-EA089DC7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D4A7BE-3D9F-585C-782E-3DF435624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DAA538-4737-008F-B341-36F558D34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D22DF-5A20-4C50-8950-E9E1F51A791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5FED-093A-16DA-2FF9-8A94FF8DD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36BEC-8D3C-EE49-B0B5-5D79B2109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F9696-B784-44BC-B850-E913FF2F95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1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E8A4A6-2058-A0E2-2106-9A3BFEE43BA9}"/>
              </a:ext>
            </a:extLst>
          </p:cNvPr>
          <p:cNvSpPr/>
          <p:nvPr/>
        </p:nvSpPr>
        <p:spPr>
          <a:xfrm>
            <a:off x="1857446" y="543139"/>
            <a:ext cx="8477107" cy="5410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294B6B-2C03-4692-BB6E-B17AA3C27404}"/>
              </a:ext>
            </a:extLst>
          </p:cNvPr>
          <p:cNvSpPr/>
          <p:nvPr/>
        </p:nvSpPr>
        <p:spPr>
          <a:xfrm>
            <a:off x="2103807" y="749394"/>
            <a:ext cx="1175657" cy="39532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223BC1-82A5-01BE-3499-E1BFC5D000DF}"/>
              </a:ext>
            </a:extLst>
          </p:cNvPr>
          <p:cNvSpPr/>
          <p:nvPr/>
        </p:nvSpPr>
        <p:spPr>
          <a:xfrm>
            <a:off x="3805988" y="749394"/>
            <a:ext cx="1175657" cy="39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Video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C21F5-2ADA-712E-5585-D72F13B5F011}"/>
              </a:ext>
            </a:extLst>
          </p:cNvPr>
          <p:cNvSpPr/>
          <p:nvPr/>
        </p:nvSpPr>
        <p:spPr>
          <a:xfrm>
            <a:off x="5508170" y="749394"/>
            <a:ext cx="1175657" cy="39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Analysis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CBFEB-F68B-E64D-79F2-29EDD6112AC3}"/>
              </a:ext>
            </a:extLst>
          </p:cNvPr>
          <p:cNvSpPr/>
          <p:nvPr/>
        </p:nvSpPr>
        <p:spPr>
          <a:xfrm>
            <a:off x="7152498" y="749394"/>
            <a:ext cx="1175657" cy="39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asdasd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133DC4-3C29-0BAB-2969-D5A3C692D3C0}"/>
              </a:ext>
            </a:extLst>
          </p:cNvPr>
          <p:cNvSpPr/>
          <p:nvPr/>
        </p:nvSpPr>
        <p:spPr>
          <a:xfrm>
            <a:off x="8882743" y="749394"/>
            <a:ext cx="1175657" cy="39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Settings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5639FB-1638-9D32-8AF3-DEE7BD610406}"/>
              </a:ext>
            </a:extLst>
          </p:cNvPr>
          <p:cNvSpPr/>
          <p:nvPr/>
        </p:nvSpPr>
        <p:spPr>
          <a:xfrm>
            <a:off x="2133600" y="4558248"/>
            <a:ext cx="1259305" cy="2612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ㄴㅁㅇㄹ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0F8E11-C6FB-1F6A-E47F-17CE8A087277}"/>
              </a:ext>
            </a:extLst>
          </p:cNvPr>
          <p:cNvSpPr/>
          <p:nvPr/>
        </p:nvSpPr>
        <p:spPr>
          <a:xfrm>
            <a:off x="2119850" y="1416287"/>
            <a:ext cx="4466580" cy="2956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Video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8EF2F3-7787-8B27-9788-0A44FF09035A}"/>
              </a:ext>
            </a:extLst>
          </p:cNvPr>
          <p:cNvSpPr/>
          <p:nvPr/>
        </p:nvSpPr>
        <p:spPr>
          <a:xfrm>
            <a:off x="5362647" y="1612228"/>
            <a:ext cx="1093155" cy="1454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분석창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끌어서 이동가능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86D8EA-7122-D4D0-AB02-C071D4193702}"/>
              </a:ext>
            </a:extLst>
          </p:cNvPr>
          <p:cNvSpPr/>
          <p:nvPr/>
        </p:nvSpPr>
        <p:spPr>
          <a:xfrm>
            <a:off x="6980608" y="1416287"/>
            <a:ext cx="1259305" cy="2612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설정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14E9AC-DDA6-8E77-D386-8180109D59FA}"/>
              </a:ext>
            </a:extLst>
          </p:cNvPr>
          <p:cNvSpPr/>
          <p:nvPr/>
        </p:nvSpPr>
        <p:spPr>
          <a:xfrm>
            <a:off x="6980608" y="1887235"/>
            <a:ext cx="1259305" cy="2612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설정 </a:t>
            </a:r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10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11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17</Words>
  <Application>Microsoft Office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Jinwoo Jung</dc:creator>
  <cp:lastModifiedBy>Jinwoo Jung</cp:lastModifiedBy>
  <cp:revision>5</cp:revision>
  <dcterms:created xsi:type="dcterms:W3CDTF">2025-06-16T13:31:35Z</dcterms:created>
  <dcterms:modified xsi:type="dcterms:W3CDTF">2025-11-24T12:13:02Z</dcterms:modified>
</cp:coreProperties>
</file>